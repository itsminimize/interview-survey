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25694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569464"/>
            <a:ext cx="118872" cy="25694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058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คู่มือการใช้งาน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" y="150876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ระบบ INTERVIEW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94360" y="248716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สำหรับผู้สำรวจภาคสนาม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94360" y="3145536"/>
            <a:ext cx="3840480" cy="0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327355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โครงการวางผังเมืองรวม อำเภอบ้านไผ่ จังหวัดขอนแก่น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3931920"/>
            <a:ext cx="2103120" cy="4754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93192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🏠  Home Interview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880360" y="3931920"/>
            <a:ext cx="2377440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80360" y="393192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🚦  Roadside Interview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สารบัญ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เนื้อหาในคู่มือ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384048" cy="38404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86968" y="1335024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ภาพรวมระบบ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700784"/>
            <a:ext cx="384048" cy="38404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700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86968" y="170992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การเข้าสู่ระบบ (Login)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075688"/>
            <a:ext cx="384048" cy="38404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075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86968" y="208483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การดึงข้อมูล (Pull)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2450592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86968" y="245973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Home: เพิ่มครัวเรือน (ส่วนที่ 1)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825496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825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86968" y="28346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Home: บันทึกข้อมูลสมาชิก (ส่วนที่ 2)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3200400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86968" y="3209544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Home: บันทึกการเดินทาง (ส่วนที่ 3)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575304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575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86968" y="358444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Home: เงื่อนไขสำคัญ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92040" y="1325880"/>
            <a:ext cx="384048" cy="38404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8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13248" y="133502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Roadside: เลือกจุดสำรวจ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92040" y="1700784"/>
            <a:ext cx="384048" cy="38404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1700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9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13248" y="170992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Roadside: กรอกข้อมูล (Wizard)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892040" y="2075688"/>
            <a:ext cx="384048" cy="38404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2075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10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13248" y="208483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Roadside: หลังบันทึก — รถคันถัดไป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892040" y="2450592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11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413248" y="245973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การ Sync ข้อมูลขึ้น Cloud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892040" y="2825496"/>
            <a:ext cx="384048" cy="38404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2825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12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413248" y="2834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ข้อควรระวัง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892040" y="3200400"/>
            <a:ext cx="384048" cy="38404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9204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13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413248" y="320954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สรุป Workflow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ภาพรวมระบบ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ระบบ INTERVIEW คืออะไร?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475569"/>
                </a:solidFill>
              </a:rPr>
              <a:t>ระบบบันทึกข้อมูลสำรวจการเดินทาง สำหรับโครงการวางผังเมืองรวม อ.บ้านไผ่</a:t>
            </a:r>
            <a:endParaRPr lang="en-US" sz="14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475569"/>
                </a:solidFill>
              </a:rPr>
              <a:t>ใช้งานผ่านมือถือ รองรับออฟไลน์ และ sync ขึ้น Cloud เมื่อมีอินเทอร์เน็ต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965960"/>
            <a:ext cx="39319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965960"/>
            <a:ext cx="3931920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96596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🏠  Home Interview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30352" y="2578608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52374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สำรวจข้อมูลครัวเรือน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30352" y="2999232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94436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บันทึกสมาชิกแต่ละคน (ส่วนที่ 2)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30352" y="3419856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36499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บันทึกการเดินทางทุกเที่ยว (ส่วนที่ 3)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30352" y="3840480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78561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ใช้ GPS ระบุตำแหน่งบ้าน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46320" y="1965960"/>
            <a:ext cx="39319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1965960"/>
            <a:ext cx="3931920" cy="4389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96596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🚦  Roadside Interview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010912" y="2578608"/>
            <a:ext cx="146304" cy="14630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57800" y="252374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สำรวจยานพาหนะริมถนน (OD Survey)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10912" y="2999232"/>
            <a:ext cx="146304" cy="14630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57800" y="294436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บันทึกทีละคัน ด้วย Wizard ขั้นตอนสั้น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10912" y="3419856"/>
            <a:ext cx="146304" cy="14630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57800" y="336499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ประจำจุดสำรวจ — เลือกทิศก่อนเริ่ม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10912" y="3840480"/>
            <a:ext cx="146304" cy="14630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57800" y="378561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ครอบคลุม 9 ประเภทยานพาหนะ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☁️  ข้อมูลสำรองบน Firebase Cloud — ปลอดภัยแม้มือถือเสียหาย ดึงกลับได้ทุกเมื่อ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การเข้าสู่ระบบ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วิธีเข้าใช้งาน (ทั้ง Home และ Roadside)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เปิดลิงก์ที่ได้รับในเบราว์เซอร์ เลือก "เข้าใช้งานเป็นผู้สำรวจ" แล้วกรอกชื่อ-นามสกุล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755648"/>
            <a:ext cx="841248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856232"/>
            <a:ext cx="384048" cy="38404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79222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เปิดแอปในเบราว์เซอร์มือถือ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075688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Home: /banphai-survey/Home/   Roadside: /banphai-survey/Roadside/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441448"/>
            <a:ext cx="841248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542032"/>
            <a:ext cx="384048" cy="38404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542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47802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กดปุ่ม "📋 เข้าใช้งานเป็นผู้สำรวจ"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2761488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ห้ามกด "เข้าสู่ระบบ (ผู้ดูแลระบบ)" — ช่องนั้นสำหรับหัวหน้าเท่านั้น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127248"/>
            <a:ext cx="841248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227832"/>
            <a:ext cx="384048" cy="38404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227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316382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กรอก ชื่อจริง และ นามสกุล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3447288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ห้ามใส่คำนำหน้า (นาย/นาง/นางสาว) · ตัวอย่าง: สมชาย ใจดี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813048"/>
            <a:ext cx="841248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3913632"/>
            <a:ext cx="384048" cy="38404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913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384962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กดปุ่ม "เข้าใช้งาน"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05840" y="4133088"/>
            <a:ext cx="7406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ระบบจะดึงข้อมูลของคุณจาก Cloud อัตโนมัติ (ต้องการอินเทอร์เน็ต)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4663440"/>
            <a:ext cx="8412480" cy="38404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6634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2400E"/>
                </a:solidFill>
              </a:rPr>
              <a:t>⚠️  ต้องพิมพ์ชื่อ-นามสกุล ให้ตรงกันทุกครั้ง (เช่น สมชาย ใจดี) — ชื่อคือกุญแจดึงข้อมูลของคุณ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การดึงข้อมูล (Pull)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ดึงข้อมูลจาก Cloud มาไว้ในเครื่อง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ก่อนเริ่มสำรวจแต่ละวัน แนะนำให้ดึงข้อมูลเพื่อให้เครื่องเป็นปัจจุบัน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4023360" cy="123444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810512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Auto-Pull อัตโนมัติ 🤖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130552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เมื่อ login สำเร็จ ระบบดึงข้อมูลให้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อัตโนมัติ (ถ้าเกิน 5 นาทีจากครั้งก่อน)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ไม่ต้องทำอะไรเพิ่ม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719072"/>
            <a:ext cx="4023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810512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ดึงข้อมูลด้วยตัวเอง 👆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2130552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กดปุ่ม "☁️ ดึงข้อมูล" ที่หน้าหลัก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ใช้เมื่อต้องการโหลดข้อมูลใหม่ทันที</a:t>
            </a:r>
            <a:endParaRPr lang="en-US" sz="12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หรือเพิ่งติดตั้งแอปใหม่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06324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สิ่งที่ได้รับหลังดึงข้อมูล: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343814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🏠  Home — ครัวเรือนที่คุณสำรวจไว้ก่อนหน้า (ของตัวเองเท่านั้น)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8221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🚦  Roadside — จุดสำรวจทั้งหมด + การสำรวจของคุณในแต่ละจุด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42062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☁️  ข้อมูลในเครื่องถูก sync กับ Cloud (ของที่ยังไม่ sync จะยังอยู่)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4663440"/>
            <a:ext cx="841248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6634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</a:rPr>
              <a:t>💡  ต้องการอินเทอร์เน็ตในการดึงข้อมูล — หากออฟไลน์ ระบบจะใช้ข้อมูลในเครื่องที่มีอยู่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🏠  Home Interview — ส่วนที่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เพิ่มครัวเรือน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กดปุ่ม "+ เพิ่มครัวเรือน" → กรอกข้อมูลใน pop-up → กด "บันทึก"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27432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7190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ข้อมูลผู้สำรวจ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075688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99339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ชื่อ-สกุลผู้สำรวจ (กรอกเองหรือดึงอัตโนมัติ)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368296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286000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ชื่อผู้ควบคุม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660904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578608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วันที่เดินทางของครัวเรือน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926080"/>
            <a:ext cx="8412480" cy="27432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926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ที่อยู่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282696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3200400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พิกัด GPS (กด 📍 ดึงอัตโนมัติ + ดึงตำบล/อำเภอด้วย)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575304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3493008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บ้านเลขที่ / หมู่ที่ / ซอย / ถนน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3867912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3785616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ตำบล / อำเภอ / จังหวัด · เบอร์โทรศัพท์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4133088"/>
            <a:ext cx="8412480" cy="27432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133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ข้อมูลครัวเรือน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4489704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4407408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ประเภทที่อยู่อาศัย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2920" y="4782312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" y="4700016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จำนวนผู้อยู่อาศัย (แยกเพศ/สถานะ 8 ช่อง)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" y="5074920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4992624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รายได้ครัวเรือน (บาท/เดือน) · ยานพาหนะที่มี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4663440"/>
            <a:ext cx="8412480" cy="38404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6634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2400E"/>
                </a:solidFill>
              </a:rPr>
              <a:t>⚠️  ช่องที่มี * คือข้อมูลบังคับ — ต้องกรอกทุกช่องก่อนบันทึก · GPS จะดึงตำบล/อำเภอให้อัตโนมัติ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🏠  Home Interview — ส่วนที่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บันทึกข้อมูลสมาชิก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กดปุ่ม "+ เพิ่มสมาชิก" ทีละคน → กรอกข้อมูล → กด "บันทึก → ไปส่วนที่ 3"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502920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792224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ข้อมูลที่ต้องกรอก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2157984"/>
            <a:ext cx="4709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🔴  เพศ (บังคับ)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" y="2487168"/>
            <a:ext cx="4709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   อายุ (ปี)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0352" y="2816352"/>
            <a:ext cx="4709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   สถานะในบ้าน (เช่น ลูก, ญาติ)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" y="3145536"/>
            <a:ext cx="4709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🔴  สถานะการทำงาน/เรียน (บังคับ)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" y="3474720"/>
            <a:ext cx="4709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   อาชีพ / ระดับการศึกษา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" y="3803904"/>
            <a:ext cx="4709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🔴  รายได้บุคคล (บาท/เดือน หรือ "ไม่ระบุ")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0352" y="4133088"/>
            <a:ext cx="4709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   ชื่อ/ที่อยู่สถานที่ทำงาน/สถานศึกษา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532120" y="1719072"/>
            <a:ext cx="3246120" cy="297180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0" y="1792224"/>
            <a:ext cx="2971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โควต้าสมาชิก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0" y="2157984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จำนวนสมาชิกที่เพิ่มได้</a:t>
            </a:r>
            <a:endParaRPr lang="en-US" sz="12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ขึ้นอยู่กับตาราง</a:t>
            </a:r>
            <a:endParaRPr lang="en-US" sz="12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"จำนวนผู้อยู่อาศัย"</a:t>
            </a:r>
            <a:endParaRPr lang="en-US" sz="12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ที่กรอกไว้ตอนเพิ่มบ้าน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0" y="310896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เช่น กรอกชายทำงาน 2 คน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→ เพิ่มสมาชิกชายได้ 2 คน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0" y="3639312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475569"/>
                </a:solidFill>
              </a:rPr>
              <a:t>(เด็กอายุต่ำกว่า 6 ปี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475569"/>
                </a:solidFill>
              </a:rPr>
              <a:t>ไม่นับเป็นสมาชิก)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663440"/>
            <a:ext cx="841248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6634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</a:rPr>
              <a:t>💡  หลังบันทึกส่วนที่ 2 ระบบจะไปหน้าส่วนที่ 3 (การเดินทาง) อัตโนมัติ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🏠  Home Interview — ส่วนที่ 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บันทึกการเดินทาง (Trip Chain)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บันทึกทุกเที่ยวของวันสำรวจ เรียงตามลำดับเวลา จนถึงเที่ยวสุดท้ายที่กลับบ้าน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ตัวอย่าง Trip Chain: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2011680"/>
            <a:ext cx="2560320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574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🏠 บ้าน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17320" y="20574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783080" y="20574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💼 ที่ทำงาน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3957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ไปทำงาน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026664" y="2221992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291840" y="2011680"/>
            <a:ext cx="2560320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20574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💼 ที่ทำงาน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97680" y="20574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63440" y="20574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🛒 ตลาด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23957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ซื้อของ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07024" y="2221992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172200" y="2011680"/>
            <a:ext cx="2560320" cy="7315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20574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🛒 ตลาด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178040" y="20574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543800" y="20574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🏠 บ้าน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63640" y="23957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6A34A"/>
                </a:solidFill>
              </a:rPr>
              <a:t>กลับบ้าน 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28346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563EB"/>
                </a:solidFill>
              </a:rPr>
              <a:t>ต้นทางของเที่ยวถัดไป = ปลายทางของเที่ยวที่แล้ว — ระบบกรอกให้อัตโนมัติ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31729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ข้อมูลแต่ละเที่ยว: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3538728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" y="34747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ต้นทาง (อัตโนมัติ) + ลักษณะสถานที่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886200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3232" y="382219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วัตถุประสงค์การเดินทาง (บังคับ)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4233672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" y="416966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ปลายทาง + ชื่อสถานที่ + พิกัด GPS (ถ้ามี)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4581144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" y="451713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เวลาออกเดินทาง (บังคับ)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754880" y="3538728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10912" y="34747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ยานพาหนะ/รูปแบบ + เวลาใช้ + ค่าโดยสาร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754880" y="3886200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10912" y="382219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เพิ่มช่วงได้หลายช่วง (เช่น มอไซค์ + สองแถว)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754880" y="4233672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10912" y="416966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เวลาถึงปลายทาง (คำนวณอัตโนมัติ)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754880" y="4581144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10912" y="451713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สถานที่จอดรถ + ค่าจอด (ถ้ามี)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🏠  Home Interview — เงื่อนไขสำคัญ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ข้อกำหนดก่อนกด "เสร็จสิ้น"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53312"/>
            <a:ext cx="84124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53312"/>
            <a:ext cx="502920" cy="6766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53312"/>
            <a:ext cx="502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🔢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552" y="14081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ต้องมีการเดินทางอย่างน้อย 2 เที่ยว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87552" y="1719072"/>
            <a:ext cx="7406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สมาชิกแต่ละคนต้องบันทึกอย่างน้อย 2 เที่ยว ถึงจะกด "เสร็จสิ้น" ได้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121408"/>
            <a:ext cx="84124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21408"/>
            <a:ext cx="502920" cy="67665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121408"/>
            <a:ext cx="502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🏠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87552" y="217627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เที่ยวสุดท้ายต้องเป็น "กลับบ้าน"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87552" y="2487168"/>
            <a:ext cx="7406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วัตถุประสงค์ของเที่ยวสุดท้ายต้องเลือก "กลับบ้าน" เท่านั้น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889504"/>
            <a:ext cx="84124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889504"/>
            <a:ext cx="502920" cy="67665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889504"/>
            <a:ext cx="502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⏰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87552" y="294436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เวลาออกต้องไม่น้อยกว่าเวลาถึงเที่ยวก่อน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87552" y="3255264"/>
            <a:ext cx="7406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ระบบตรวจสอบ เวลาออกเดินทางต้องไม่ย้อนกลับไปก่อนเวลาถึงของเที่ยวก่อนหน้า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657600"/>
            <a:ext cx="84124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657600"/>
            <a:ext cx="502920" cy="67665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657600"/>
            <a:ext cx="502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87552" y="37124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จำนวนสมาชิกต้องไม่เกินที่ระบุในส่วนที่ 1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87552" y="4023360"/>
            <a:ext cx="7406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ต้องไม่เกินจำนวนชาย/หญิงที่กรอกไว้ในตาราง "จำนวนผู้อยู่อาศัย"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✅  กด "เสร็จสิ้น" สำเร็จ → กลับหน้าครัวเรือน → กดปุ่ม "➡️ บ้านถัดไป" เพื่อเพิ่มบ้านใหม่ได้ทันที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417320"/>
            <a:ext cx="8321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Roadside Interview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94360" y="246888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คู่มือสำหรับผู้สำรวจริมทาง (OD Survey)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4360" y="3246120"/>
            <a:ext cx="384048" cy="38404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3192" y="3703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เลือกจุดสำรวจ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0" y="3246120"/>
            <a:ext cx="384048" cy="38404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42032" y="3703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เลือกทิศทาง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92040" y="3246120"/>
            <a:ext cx="384048" cy="38404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90872" y="3703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กรอกข้อมูลทีละคัน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040880" y="3246120"/>
            <a:ext cx="384048" cy="38404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39712" y="3703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Sync เมื่อสะดวก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🚦  Roadside Interview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เลือกจุดสำรวจ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หลัง login แล้ว กด "☁️ ดึงข้อมูล" เพื่อโหลดรายชื่อจุดสำรวจที่ admin สร้างไว้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3977640" cy="2331720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719072"/>
            <a:ext cx="3977640" cy="365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71907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จุดของฉัน (สีเต็ม)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231136"/>
            <a:ext cx="146304" cy="14630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17627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กดเข้าไปได้ทันที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642616"/>
            <a:ext cx="146304" cy="14630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58775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เห็นทุกการสำรวจของตัวเอง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054096"/>
            <a:ext cx="146304" cy="14630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99923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เพิ่มการสำรวจใหม่ได้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00600" y="1719072"/>
            <a:ext cx="39776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0600" y="1719072"/>
            <a:ext cx="3977640" cy="3657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71907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จุดอื่น (จางลง)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937760" y="2231136"/>
            <a:ext cx="146304" cy="146304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84648" y="217627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กดดูได้ (ดูอย่างเดียว)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937760" y="2642616"/>
            <a:ext cx="146304" cy="146304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84648" y="258775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เพิ่มการสำรวจไม่ได้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937760" y="3054096"/>
            <a:ext cx="146304" cy="146304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84648" y="299923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เห็นข้อมูลแต่ไม่ใช่ของตัวเอง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หลังเลือกจุดแล้ว: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446227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กดปุ่ม "+ เพิ่มการสำรวจ" เพื่อเริ่ม Wizard บันทึกยานพาหนะ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663440"/>
            <a:ext cx="8412480" cy="38404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6634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2400E"/>
                </a:solidFill>
              </a:rPr>
              <a:t>⚠️  ถ้าไม่เห็นจุดสำรวจ → กด "☁️ ดึงข้อมูล" ก่อน · ต้องการอินเทอร์เน็ตครั้งแรก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🚦  Roadside Interview — Wizard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กรอกข้อมูลทีละขั้น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ระบบถามทีละหน้า — กดเลือก/กดตัวเลขแล้วข้ามอัตโนมัติ ใช้เวลาประมาณ 1–2 นาที/คัน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4251960" cy="685800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74520"/>
            <a:ext cx="384048" cy="38404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87552" y="177393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↔️  ทิศทาง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87552" y="206654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เลือกฝั่งที่ประจำ — จำไว้ใช้ทุกคัน (ทำครั้งเดียว)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0" y="177393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D97706"/>
                </a:solidFill>
              </a:rPr>
              <a:t>ทำครั้งเดียว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496312"/>
            <a:ext cx="4251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651760"/>
            <a:ext cx="384048" cy="38404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87552" y="255117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🚗  ประเภทยานพาหนะ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87552" y="284378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9 ประเภท: จักรยาน / มอไซค์ / รถยนต์ / บัส / บรรทุก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273552"/>
            <a:ext cx="4251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29000"/>
            <a:ext cx="384048" cy="38404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87552" y="332841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👥  จำนวนคนในรถ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87552" y="362102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รวมคนขับ กด 1–10 หรือ "มากกว่า 10 คน" แล้วพิมพ์จำนวน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50792"/>
            <a:ext cx="4251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206240"/>
            <a:ext cx="384048" cy="38404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87552" y="410565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🟢  ต้นทาง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87552" y="439826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ประเภทสถานที่ + ชื่อสถานที่ (เลือกจากแผนที่ได้)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00600" y="1719072"/>
            <a:ext cx="4251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92040" y="1874520"/>
            <a:ext cx="384048" cy="38404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22392" y="177393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🔴  ปลายทาง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22392" y="206654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ประเภทสถานที่ + ชื่อสถานที่ (เลือกจากแผนที่ได้)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00600" y="2496312"/>
            <a:ext cx="4251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92040" y="2651760"/>
            <a:ext cx="384048" cy="38404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22392" y="255117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🎯  วัตถุประสงค์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422392" y="284378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เลือกจาก 11 วัตถุประสงค์การเดินทาง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800600" y="3273552"/>
            <a:ext cx="4251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92040" y="3429000"/>
            <a:ext cx="384048" cy="38404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422392" y="332841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📦  สินค้า (รถบรรทุก)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422392" y="362102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ระบุชนิด + น้ำหนัก (ถ้าไม่ใช่รถบรรทุก ข้ามขั้นนี้อัตโนมัติ)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00600" y="4050792"/>
            <a:ext cx="4251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92040" y="4206240"/>
            <a:ext cx="384048" cy="38404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92040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8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422392" y="410565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💰  รายได้คนขับ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422392" y="439826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กรอกรายได้ต่อเดือน หรือกด "ข้าม" ถ้าไม่ทราบ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🚦  Roadside Interview — หลังบันทึก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หน้า "บันทึกสำเร็จ" — 3 ตัวเลือก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หลังกด "บันทึก ✓" ระบบแสดงหน้ายืนยัน — เลือกตัวเลือกที่ต้องการ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783080"/>
            <a:ext cx="8412480" cy="841248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783080"/>
            <a:ext cx="2011680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78308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🚗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รถคันถัดไป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514600" y="1892808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ข้ามขั้นถามทิศ → เริ่มจากประเภทรถทันที ใช้ทิศเดิมที่ตั้งไว้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903720" y="2331720"/>
            <a:ext cx="1600200" cy="2377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03720" y="233172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✅ แนะนำ — กดทุกคัน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770632"/>
            <a:ext cx="8412480" cy="841248"/>
          </a:xfrm>
          <a:prstGeom prst="rect">
            <a:avLst/>
          </a:prstGeom>
          <a:solidFill>
            <a:srgbClr val="F8FAFC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770632"/>
            <a:ext cx="2011680" cy="8412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770632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↔️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เปลี่ยนทิศทาง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14600" y="288036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รีเซ็ตทิศ → เริ่ม Wizard ใหม่ตั้งแต่ถามทิศ ใช้เมื่อเปลี่ยนฝั่ง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758184"/>
            <a:ext cx="84124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758184"/>
            <a:ext cx="2011680" cy="8412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758184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←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กลับหน้าจุดสำรวจ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514600" y="3867912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1E293B"/>
                </a:solidFill>
              </a:rPr>
              <a:t>ออกจาก Wizard กลับหน้ารายการ ใช้เมื่อต้องดู/แก้ไขข้อมูลเก่า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4663440"/>
            <a:ext cx="841248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6634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</a:rPr>
              <a:t>💡  หมายเลขรายที่แสดงในรายการ — ใช้ตรวจสอบความถูกต้องได้ · แก้ไขภายหลังได้โดยกดที่รายการ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การ Sync ข้อมูลขึ้น Cloud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อัพโหลดข้อมูลขึ้น Firebase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กด "☁️ Sync" เพื่อส่งข้อมูลจากเครื่องขึ้น Cloud — ทำได้เมื่อมีอินเทอร์เน็ต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19072"/>
            <a:ext cx="1828800" cy="9601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61288" y="1810512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" y="2267712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เปิดแอปที่มีอินเทอร์เน็ต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340864" y="201168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578608" y="1719072"/>
            <a:ext cx="1828800" cy="9601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82696" y="1810512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82696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51760" y="2267712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กดปุ่ม "☁️ Sync" ที่หน้าหลัก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62272" y="201168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700016" y="1719072"/>
            <a:ext cx="1828800" cy="9601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04104" y="1810512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04104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73168" y="2267712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รอจน toast ขึ้น "sync สำเร็จ"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0" y="201168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821424" y="1719072"/>
            <a:ext cx="1828800" cy="9601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25512" y="1810512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25512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94576" y="2267712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เห็นเวลา sync ล่าสุด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2834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ข้อควรรู้: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65760" y="3182112"/>
            <a:ext cx="84124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2552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87552" y="322783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ทำเมื่อไหร่ก็ได้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87552" y="346557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บันทึกในเครื่องได้ตลอด ไม่ต้อง sync ทันที — sync เมื่อมีเน็ตก็ได้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3785616"/>
            <a:ext cx="84124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8587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987552" y="383133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Sync ซ้ำได้ ไม่มีผลเสีย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87552" y="40690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ระบบทำแบบ idempotent — sync กี่ครั้งข้อมูลก็ไม่ซ้ำหรือเสียหาย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389120"/>
            <a:ext cx="84124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462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⚠️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987552" y="44348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ห้ามล้าง cache ก่อน sync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87552" y="467258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ข้อมูลที่ยังไม่ sync จะหายถาวร — ตรวจสอบเวลา sync ล่าสุดก่อนล้างเสมอ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ข้อควรระวัง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สิ่งที่ต้องระวังให้ดี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53312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53312"/>
            <a:ext cx="502920" cy="685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53312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🔤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1408176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พิมพ์ชื่อ-นามสกุลให้ตรงกันทุกครั้ง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719072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ชื่อที่ใช้ login คือ "กุญแจ" ดึงข้อมูลของคุณ ถ้าพิมพ์ผิดแม้แต่ตัวเดียว ระบบจะมองว่าเป็นคนอื่น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130552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30552"/>
            <a:ext cx="502920" cy="685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130552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05840" y="2185416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Sync ก่อนล้างข้อมูล (ล้าง cache)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2496312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ข้อมูลที่ยังไม่ได้ sync เมื่อล้างแล้วหายถาวร — ตรวจสอบเวลา sync ล่าสุดใต้หัวรายการก่อนกด "ล้าง"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907792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907792"/>
            <a:ext cx="502920" cy="685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907792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📶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05840" y="2962656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ดึงข้อมูลและ Sync ต้องใช้อินเทอร์เน็ต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3273552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การบันทึกข้อมูลทำได้ออฟไลน์ แต่การดึง/sync ต้องการเน็ต — วางแผนดึงข้อมูลก่อนออกภาคสนาม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685032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685032"/>
            <a:ext cx="50292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685032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🔋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005840" y="3739896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ติดตั้ง PWA เพื่อใช้งานสะดวก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5840" y="4050792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กด "เพิ่มลงหน้าจอหลัก" ในเบราว์เซอร์มือถือ เปิดได้เหมือนแอปปกติ ไม่ต้องพิมพ์ URL ทุกครั้ง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สรุป Workflow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ขั้นตอนทั้งหมดในหนึ่งวันสำรวจ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1325880"/>
            <a:ext cx="4114800" cy="3657600"/>
          </a:xfrm>
          <a:prstGeom prst="rect">
            <a:avLst/>
          </a:prstGeom>
          <a:solidFill>
            <a:srgbClr val="0A162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325880"/>
            <a:ext cx="411480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3258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🏠  Home Interview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02336" y="1901952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85623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Login ด้วยชื่อ-สกุลจริง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02336" y="2249424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20370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ดึงข้อมูล (auto หรือกด pull)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02336" y="2596896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55117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+ เพิ่มครัวเรือน (ส่วนที่ 1)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02336" y="2944368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89864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+ เพิ่มสมาชิกทีละคน (ส่วนที่ 2)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02336" y="3291840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24612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บันทึกเที่ยว ≥2 เที่ยว/คน (ส่วนที่ 3)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02336" y="3639312"/>
            <a:ext cx="146304" cy="14630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59359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</a:rPr>
              <a:t>เที่ยวสุดท้าย = "กลับบ้าน" ✓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02336" y="3986784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94106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กด "เสร็จสิ้น" → บ้านถัดไป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02336" y="4334256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428853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☁️ Sync เมื่อมีอินเทอร์เน็ต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1325880"/>
            <a:ext cx="4114800" cy="3657600"/>
          </a:xfrm>
          <a:prstGeom prst="rect">
            <a:avLst/>
          </a:prstGeom>
          <a:solidFill>
            <a:srgbClr val="0A162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1325880"/>
            <a:ext cx="411480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13258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🚦  Roadside Interview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882896" y="1901952"/>
            <a:ext cx="146304" cy="14630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38928" y="185623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Login ด้วยชื่อ-สกุลจริง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82896" y="2249424"/>
            <a:ext cx="146304" cy="14630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38928" y="220370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ดึงข้อมูล → เลือกจุดสำรวจ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82896" y="2596896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38928" y="255117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+ เพิ่มการสำรวจ → เลือกทิศ (ครั้งแรก)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82896" y="2944368"/>
            <a:ext cx="146304" cy="14630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38928" y="289864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ประเภทรถ → จำนวนคน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882896" y="3291840"/>
            <a:ext cx="146304" cy="14630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38928" y="324612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ต้นทาง → ปลายทาง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882896" y="3639312"/>
            <a:ext cx="146304" cy="14630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38928" y="359359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วัตถุประสงค์ → (สินค้า) → รายได้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882896" y="3986784"/>
            <a:ext cx="146304" cy="14630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38928" y="394106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"รถคันถัดไป" → ทำซ้ำทุกคัน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882896" y="4334256"/>
            <a:ext cx="146304" cy="14630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38928" y="428853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☁️ Sync เมื่อมีอินเทอร์เน็ต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57200" y="49560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ทั้งสองแอปใช้งานได้ออฟไลน์ · Sync เมื่อกลับมามีอินเทอร์เน็ต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25694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569464"/>
            <a:ext cx="118872" cy="25694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28016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พร้อมสำรวจแล้ว! 🎉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94360" y="23774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4A3B8"/>
                </a:solidFill>
              </a:rPr>
              <a:t>ขอให้การสำรวจราบรื่นทุกวัน 👋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94360" y="3127248"/>
            <a:ext cx="3840480" cy="0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29184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ติดปัญหา? ติดต่อผู้ดูแลระบบ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3712464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563EB"/>
                </a:solidFill>
              </a:rPr>
              <a:t>🌐  https://itsminimize.github.io/banphai-survey/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คู่มือผู้สำรวจ — ระบบ INTERVIEW</dc:title>
  <dc:subject>PptxGenJS Presentation</dc:subject>
  <dc:creator>Banphai Survey</dc:creator>
  <cp:lastModifiedBy>Banphai Survey</cp:lastModifiedBy>
  <cp:revision>1</cp:revision>
  <dcterms:created xsi:type="dcterms:W3CDTF">2026-06-02T07:24:58Z</dcterms:created>
  <dcterms:modified xsi:type="dcterms:W3CDTF">2026-06-02T07:24:58Z</dcterms:modified>
</cp:coreProperties>
</file>